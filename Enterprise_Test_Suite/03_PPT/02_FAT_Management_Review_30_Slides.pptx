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1-1: OEE 70% | 中文说明 | Mô tả tiếng Việt</a:t>
            </a:r>
          </a:p>
          <a:p>
            <a:pPr>
              <a:defRPr sz="1500"/>
            </a:pPr>
            <a:r>
              <a:t>2. KPI 1-2: OEE 71% | 中文说明 | Mô tả tiếng Việt</a:t>
            </a:r>
          </a:p>
          <a:p>
            <a:pPr>
              <a:defRPr sz="1500"/>
            </a:pPr>
            <a:r>
              <a:t>3. KPI 1-3: OEE 72% | 中文说明 | Mô tả tiếng Việt</a:t>
            </a:r>
          </a:p>
          <a:p>
            <a:pPr>
              <a:defRPr sz="1500"/>
            </a:pPr>
            <a:r>
              <a:t>4. KPI 1-4: OEE 73% | 中文说明 | Mô tả tiếng Việt</a:t>
            </a:r>
          </a:p>
          <a:p>
            <a:pPr>
              <a:defRPr sz="1500"/>
            </a:pPr>
            <a:r>
              <a:t>5. KPI 1-5: OEE 74% | 中文说明 | Mô tả tiếng Việt</a:t>
            </a:r>
          </a:p>
          <a:p>
            <a:pPr>
              <a:defRPr sz="1500"/>
            </a:pPr>
            <a:r>
              <a:t>6. KPI 1-6: OEE 75% | 中文说明 | Mô tả tiếng Việt</a:t>
            </a:r>
          </a:p>
          <a:p>
            <a:pPr>
              <a:defRPr sz="1500"/>
            </a:pPr>
            <a:r>
              <a:t>7. KPI 1-7: OEE 76% | 中文说明 | Mô tả tiếng Việt</a:t>
            </a:r>
          </a:p>
          <a:p>
            <a:pPr>
              <a:defRPr sz="1500"/>
            </a:pPr>
            <a:r>
              <a:t>8. KPI 1-8: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2-1: OEE 71% | 中文说明 | Mô tả tiếng Việt</a:t>
            </a:r>
          </a:p>
          <a:p>
            <a:pPr>
              <a:defRPr sz="1500"/>
            </a:pPr>
            <a:r>
              <a:t>2. KPI 2-2: OEE 72% | 中文说明 | Mô tả tiếng Việt</a:t>
            </a:r>
          </a:p>
          <a:p>
            <a:pPr>
              <a:defRPr sz="1500"/>
            </a:pPr>
            <a:r>
              <a:t>3. KPI 2-3: OEE 73% | 中文说明 | Mô tả tiếng Việt</a:t>
            </a:r>
          </a:p>
          <a:p>
            <a:pPr>
              <a:defRPr sz="1500"/>
            </a:pPr>
            <a:r>
              <a:t>4. KPI 2-4: OEE 74% | 中文说明 | Mô tả tiếng Việt</a:t>
            </a:r>
          </a:p>
          <a:p>
            <a:pPr>
              <a:defRPr sz="1500"/>
            </a:pPr>
            <a:r>
              <a:t>5. KPI 2-5: OEE 75% | 中文说明 | Mô tả tiếng Việt</a:t>
            </a:r>
          </a:p>
          <a:p>
            <a:pPr>
              <a:defRPr sz="1500"/>
            </a:pPr>
            <a:r>
              <a:t>6. KPI 2-6: OEE 76% | 中文说明 | Mô tả tiếng Việt</a:t>
            </a:r>
          </a:p>
          <a:p>
            <a:pPr>
              <a:defRPr sz="1500"/>
            </a:pPr>
            <a:r>
              <a:t>7. KPI 2-7: OEE 77% | 中文说明 | Mô tả tiếng Việt</a:t>
            </a:r>
          </a:p>
          <a:p>
            <a:pPr>
              <a:defRPr sz="1500"/>
            </a:pPr>
            <a:r>
              <a:t>8. KPI 2-8: OEE 78%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3-1: OEE 72% | 中文说明 | Mô tả tiếng Việt</a:t>
            </a:r>
          </a:p>
          <a:p>
            <a:pPr>
              <a:defRPr sz="1500"/>
            </a:pPr>
            <a:r>
              <a:t>2. KPI 3-2: OEE 73% | 中文说明 | Mô tả tiếng Việt</a:t>
            </a:r>
          </a:p>
          <a:p>
            <a:pPr>
              <a:defRPr sz="1500"/>
            </a:pPr>
            <a:r>
              <a:t>3. KPI 3-3: OEE 74% | 中文说明 | Mô tả tiếng Việt</a:t>
            </a:r>
          </a:p>
          <a:p>
            <a:pPr>
              <a:defRPr sz="1500"/>
            </a:pPr>
            <a:r>
              <a:t>4. KPI 3-4: OEE 75% | 中文说明 | Mô tả tiếng Việt</a:t>
            </a:r>
          </a:p>
          <a:p>
            <a:pPr>
              <a:defRPr sz="1500"/>
            </a:pPr>
            <a:r>
              <a:t>5. KPI 3-5: OEE 76% | 中文说明 | Mô tả tiếng Việt</a:t>
            </a:r>
          </a:p>
          <a:p>
            <a:pPr>
              <a:defRPr sz="1500"/>
            </a:pPr>
            <a:r>
              <a:t>6. KPI 3-6: OEE 77% | 中文说明 | Mô tả tiếng Việt</a:t>
            </a:r>
          </a:p>
          <a:p>
            <a:pPr>
              <a:defRPr sz="1500"/>
            </a:pPr>
            <a:r>
              <a:t>7. KPI 3-7: OEE 78% | 中文说明 | Mô tả tiếng Việt</a:t>
            </a:r>
          </a:p>
          <a:p>
            <a:pPr>
              <a:defRPr sz="1500"/>
            </a:pPr>
            <a:r>
              <a:t>8. KPI 3-8: OEE 79%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4-1: OEE 73% | 中文说明 | Mô tả tiếng Việt</a:t>
            </a:r>
          </a:p>
          <a:p>
            <a:pPr>
              <a:defRPr sz="1500"/>
            </a:pPr>
            <a:r>
              <a:t>2. KPI 4-2: OEE 74% | 中文说明 | Mô tả tiếng Việt</a:t>
            </a:r>
          </a:p>
          <a:p>
            <a:pPr>
              <a:defRPr sz="1500"/>
            </a:pPr>
            <a:r>
              <a:t>3. KPI 4-3: OEE 75% | 中文说明 | Mô tả tiếng Việt</a:t>
            </a:r>
          </a:p>
          <a:p>
            <a:pPr>
              <a:defRPr sz="1500"/>
            </a:pPr>
            <a:r>
              <a:t>4. KPI 4-4: OEE 76% | 中文说明 | Mô tả tiếng Việt</a:t>
            </a:r>
          </a:p>
          <a:p>
            <a:pPr>
              <a:defRPr sz="1500"/>
            </a:pPr>
            <a:r>
              <a:t>5. KPI 4-5: OEE 77% | 中文说明 | Mô tả tiếng Việt</a:t>
            </a:r>
          </a:p>
          <a:p>
            <a:pPr>
              <a:defRPr sz="1500"/>
            </a:pPr>
            <a:r>
              <a:t>6. KPI 4-6: OEE 78% | 中文说明 | Mô tả tiếng Việt</a:t>
            </a:r>
          </a:p>
          <a:p>
            <a:pPr>
              <a:defRPr sz="1500"/>
            </a:pPr>
            <a:r>
              <a:t>7. KPI 4-7: OEE 79% | 中文说明 | Mô tả tiếng Việt</a:t>
            </a:r>
          </a:p>
          <a:p>
            <a:pPr>
              <a:defRPr sz="1500"/>
            </a:pPr>
            <a:r>
              <a:t>8. KPI 4-8: OEE 80%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5-1: OEE 74% | 中文说明 | Mô tả tiếng Việt</a:t>
            </a:r>
          </a:p>
          <a:p>
            <a:pPr>
              <a:defRPr sz="1500"/>
            </a:pPr>
            <a:r>
              <a:t>2. KPI 5-2: OEE 75% | 中文说明 | Mô tả tiếng Việt</a:t>
            </a:r>
          </a:p>
          <a:p>
            <a:pPr>
              <a:defRPr sz="1500"/>
            </a:pPr>
            <a:r>
              <a:t>3. KPI 5-3: OEE 76% | 中文说明 | Mô tả tiếng Việt</a:t>
            </a:r>
          </a:p>
          <a:p>
            <a:pPr>
              <a:defRPr sz="1500"/>
            </a:pPr>
            <a:r>
              <a:t>4. KPI 5-4: OEE 77% | 中文说明 | Mô tả tiếng Việt</a:t>
            </a:r>
          </a:p>
          <a:p>
            <a:pPr>
              <a:defRPr sz="1500"/>
            </a:pPr>
            <a:r>
              <a:t>5. KPI 5-5: OEE 78% | 中文说明 | Mô tả tiếng Việt</a:t>
            </a:r>
          </a:p>
          <a:p>
            <a:pPr>
              <a:defRPr sz="1500"/>
            </a:pPr>
            <a:r>
              <a:t>6. KPI 5-6: OEE 79% | 中文说明 | Mô tả tiếng Việt</a:t>
            </a:r>
          </a:p>
          <a:p>
            <a:pPr>
              <a:defRPr sz="1500"/>
            </a:pPr>
            <a:r>
              <a:t>7. KPI 5-7: OEE 80% | 中文说明 | Mô tả tiếng Việt</a:t>
            </a:r>
          </a:p>
          <a:p>
            <a:pPr>
              <a:defRPr sz="1500"/>
            </a:pPr>
            <a:r>
              <a:t>8. KPI 5-8: OEE 81%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6-1: OEE 75% | 中文说明 | Mô tả tiếng Việt</a:t>
            </a:r>
          </a:p>
          <a:p>
            <a:pPr>
              <a:defRPr sz="1500"/>
            </a:pPr>
            <a:r>
              <a:t>2. KPI 6-2: OEE 76% | 中文说明 | Mô tả tiếng Việt</a:t>
            </a:r>
          </a:p>
          <a:p>
            <a:pPr>
              <a:defRPr sz="1500"/>
            </a:pPr>
            <a:r>
              <a:t>3. KPI 6-3: OEE 77% | 中文说明 | Mô tả tiếng Việt</a:t>
            </a:r>
          </a:p>
          <a:p>
            <a:pPr>
              <a:defRPr sz="1500"/>
            </a:pPr>
            <a:r>
              <a:t>4. KPI 6-4: OEE 78% | 中文说明 | Mô tả tiếng Việt</a:t>
            </a:r>
          </a:p>
          <a:p>
            <a:pPr>
              <a:defRPr sz="1500"/>
            </a:pPr>
            <a:r>
              <a:t>5. KPI 6-5: OEE 79% | 中文说明 | Mô tả tiếng Việt</a:t>
            </a:r>
          </a:p>
          <a:p>
            <a:pPr>
              <a:defRPr sz="1500"/>
            </a:pPr>
            <a:r>
              <a:t>6. KPI 6-6: OEE 80% | 中文说明 | Mô tả tiếng Việt</a:t>
            </a:r>
          </a:p>
          <a:p>
            <a:pPr>
              <a:defRPr sz="1500"/>
            </a:pPr>
            <a:r>
              <a:t>7. KPI 6-7: OEE 81% | 中文说明 | Mô tả tiếng Việt</a:t>
            </a:r>
          </a:p>
          <a:p>
            <a:pPr>
              <a:defRPr sz="1500"/>
            </a:pPr>
            <a:r>
              <a:t>8. KPI 6-8: OEE 82%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7-1: OEE 76% | 中文说明 | Mô tả tiếng Việt</a:t>
            </a:r>
          </a:p>
          <a:p>
            <a:pPr>
              <a:defRPr sz="1500"/>
            </a:pPr>
            <a:r>
              <a:t>2. KPI 7-2: OEE 77% | 中文说明 | Mô tả tiếng Việt</a:t>
            </a:r>
          </a:p>
          <a:p>
            <a:pPr>
              <a:defRPr sz="1500"/>
            </a:pPr>
            <a:r>
              <a:t>3. KPI 7-3: OEE 78% | 中文说明 | Mô tả tiếng Việt</a:t>
            </a:r>
          </a:p>
          <a:p>
            <a:pPr>
              <a:defRPr sz="1500"/>
            </a:pPr>
            <a:r>
              <a:t>4. KPI 7-4: OEE 79% | 中文说明 | Mô tả tiếng Việt</a:t>
            </a:r>
          </a:p>
          <a:p>
            <a:pPr>
              <a:defRPr sz="1500"/>
            </a:pPr>
            <a:r>
              <a:t>5. KPI 7-5: OEE 80% | 中文说明 | Mô tả tiếng Việt</a:t>
            </a:r>
          </a:p>
          <a:p>
            <a:pPr>
              <a:defRPr sz="1500"/>
            </a:pPr>
            <a:r>
              <a:t>6. KPI 7-6: OEE 81% | 中文说明 | Mô tả tiếng Việt</a:t>
            </a:r>
          </a:p>
          <a:p>
            <a:pPr>
              <a:defRPr sz="1500"/>
            </a:pPr>
            <a:r>
              <a:t>7. KPI 7-7: OEE 82% | 中文说明 | Mô tả tiếng Việt</a:t>
            </a:r>
          </a:p>
          <a:p>
            <a:pPr>
              <a:defRPr sz="1500"/>
            </a:pPr>
            <a:r>
              <a:t>8. KPI 7-8: OEE 83%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8-1: OEE 77% | 中文说明 | Mô tả tiếng Việt</a:t>
            </a:r>
          </a:p>
          <a:p>
            <a:pPr>
              <a:defRPr sz="1500"/>
            </a:pPr>
            <a:r>
              <a:t>2. KPI 8-2: OEE 78% | 中文说明 | Mô tả tiếng Việt</a:t>
            </a:r>
          </a:p>
          <a:p>
            <a:pPr>
              <a:defRPr sz="1500"/>
            </a:pPr>
            <a:r>
              <a:t>3. KPI 8-3: OEE 79% | 中文说明 | Mô tả tiếng Việt</a:t>
            </a:r>
          </a:p>
          <a:p>
            <a:pPr>
              <a:defRPr sz="1500"/>
            </a:pPr>
            <a:r>
              <a:t>4. KPI 8-4: OEE 80% | 中文说明 | Mô tả tiếng Việt</a:t>
            </a:r>
          </a:p>
          <a:p>
            <a:pPr>
              <a:defRPr sz="1500"/>
            </a:pPr>
            <a:r>
              <a:t>5. KPI 8-5: OEE 81% | 中文说明 | Mô tả tiếng Việt</a:t>
            </a:r>
          </a:p>
          <a:p>
            <a:pPr>
              <a:defRPr sz="1500"/>
            </a:pPr>
            <a:r>
              <a:t>6. KPI 8-6: OEE 82% | 中文说明 | Mô tả tiếng Việt</a:t>
            </a:r>
          </a:p>
          <a:p>
            <a:pPr>
              <a:defRPr sz="1500"/>
            </a:pPr>
            <a:r>
              <a:t>7. KPI 8-7: OEE 83% | 中文说明 | Mô tả tiếng Việt</a:t>
            </a:r>
          </a:p>
          <a:p>
            <a:pPr>
              <a:defRPr sz="1500"/>
            </a:pPr>
            <a:r>
              <a:t>8. KPI 8-8: OEE 84%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9-1: OEE 78% | 中文说明 | Mô tả tiếng Việt</a:t>
            </a:r>
          </a:p>
          <a:p>
            <a:pPr>
              <a:defRPr sz="1500"/>
            </a:pPr>
            <a:r>
              <a:t>2. KPI 9-2: OEE 79% | 中文说明 | Mô tả tiếng Việt</a:t>
            </a:r>
          </a:p>
          <a:p>
            <a:pPr>
              <a:defRPr sz="1500"/>
            </a:pPr>
            <a:r>
              <a:t>3. KPI 9-3: OEE 80% | 中文说明 | Mô tả tiếng Việt</a:t>
            </a:r>
          </a:p>
          <a:p>
            <a:pPr>
              <a:defRPr sz="1500"/>
            </a:pPr>
            <a:r>
              <a:t>4. KPI 9-4: OEE 81% | 中文说明 | Mô tả tiếng Việt</a:t>
            </a:r>
          </a:p>
          <a:p>
            <a:pPr>
              <a:defRPr sz="1500"/>
            </a:pPr>
            <a:r>
              <a:t>5. KPI 9-5: OEE 82% | 中文说明 | Mô tả tiếng Việt</a:t>
            </a:r>
          </a:p>
          <a:p>
            <a:pPr>
              <a:defRPr sz="1500"/>
            </a:pPr>
            <a:r>
              <a:t>6. KPI 9-6: OEE 83% | 中文说明 | Mô tả tiếng Việt</a:t>
            </a:r>
          </a:p>
          <a:p>
            <a:pPr>
              <a:defRPr sz="1500"/>
            </a:pPr>
            <a:r>
              <a:t>7. KPI 9-7: OEE 84% | 中文说明 | Mô tả tiếng Việt</a:t>
            </a:r>
          </a:p>
          <a:p>
            <a:pPr>
              <a:defRPr sz="1500"/>
            </a:pPr>
            <a:r>
              <a:t>8. KPI 9-8: OEE 85%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10-1: OEE 79% | 中文说明 | Mô tả tiếng Việt</a:t>
            </a:r>
          </a:p>
          <a:p>
            <a:pPr>
              <a:defRPr sz="1500"/>
            </a:pPr>
            <a:r>
              <a:t>2. KPI 10-2: OEE 80% | 中文说明 | Mô tả tiếng Việt</a:t>
            </a:r>
          </a:p>
          <a:p>
            <a:pPr>
              <a:defRPr sz="1500"/>
            </a:pPr>
            <a:r>
              <a:t>3. KPI 10-3: OEE 81% | 中文说明 | Mô tả tiếng Việt</a:t>
            </a:r>
          </a:p>
          <a:p>
            <a:pPr>
              <a:defRPr sz="1500"/>
            </a:pPr>
            <a:r>
              <a:t>4. KPI 10-4: OEE 82% | 中文说明 | Mô tả tiếng Việt</a:t>
            </a:r>
          </a:p>
          <a:p>
            <a:pPr>
              <a:defRPr sz="1500"/>
            </a:pPr>
            <a:r>
              <a:t>5. KPI 10-5: OEE 83% | 中文说明 | Mô tả tiếng Việt</a:t>
            </a:r>
          </a:p>
          <a:p>
            <a:pPr>
              <a:defRPr sz="1500"/>
            </a:pPr>
            <a:r>
              <a:t>6. KPI 10-6: OEE 84% | 中文说明 | Mô tả tiếng Việt</a:t>
            </a:r>
          </a:p>
          <a:p>
            <a:pPr>
              <a:defRPr sz="1500"/>
            </a:pPr>
            <a:r>
              <a:t>7. KPI 10-7: OEE 85% | 中文说明 | Mô tả tiếng Việt</a:t>
            </a:r>
          </a:p>
          <a:p>
            <a:pPr>
              <a:defRPr sz="1500"/>
            </a:pPr>
            <a:r>
              <a:t>8. KPI 10-8: OEE 86%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11-1: OEE 80% | 中文说明 | Mô tả tiếng Việt</a:t>
            </a:r>
          </a:p>
          <a:p>
            <a:pPr>
              <a:defRPr sz="1500"/>
            </a:pPr>
            <a:r>
              <a:t>2. KPI 11-2: OEE 81% | 中文说明 | Mô tả tiếng Việt</a:t>
            </a:r>
          </a:p>
          <a:p>
            <a:pPr>
              <a:defRPr sz="1500"/>
            </a:pPr>
            <a:r>
              <a:t>3. KPI 11-3: OEE 82% | 中文说明 | Mô tả tiếng Việt</a:t>
            </a:r>
          </a:p>
          <a:p>
            <a:pPr>
              <a:defRPr sz="1500"/>
            </a:pPr>
            <a:r>
              <a:t>4. KPI 11-4: OEE 83% | 中文说明 | Mô tả tiếng Việt</a:t>
            </a:r>
          </a:p>
          <a:p>
            <a:pPr>
              <a:defRPr sz="1500"/>
            </a:pPr>
            <a:r>
              <a:t>5. KPI 11-5: OEE 84% | 中文说明 | Mô tả tiếng Việt</a:t>
            </a:r>
          </a:p>
          <a:p>
            <a:pPr>
              <a:defRPr sz="1500"/>
            </a:pPr>
            <a:r>
              <a:t>6. KPI 11-6: OEE 85% | 中文说明 | Mô tả tiếng Việt</a:t>
            </a:r>
          </a:p>
          <a:p>
            <a:pPr>
              <a:defRPr sz="1500"/>
            </a:pPr>
            <a:r>
              <a:t>7. KPI 11-7: OEE 86% | 中文说明 | Mô tả tiếng Việt</a:t>
            </a:r>
          </a:p>
          <a:p>
            <a:pPr>
              <a:defRPr sz="1500"/>
            </a:pPr>
            <a:r>
              <a:t>8. KPI 11-8: OEE 87%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12-1: OEE 81% | 中文说明 | Mô tả tiếng Việt</a:t>
            </a:r>
          </a:p>
          <a:p>
            <a:pPr>
              <a:defRPr sz="1500"/>
            </a:pPr>
            <a:r>
              <a:t>2. KPI 12-2: OEE 82% | 中文说明 | Mô tả tiếng Việt</a:t>
            </a:r>
          </a:p>
          <a:p>
            <a:pPr>
              <a:defRPr sz="1500"/>
            </a:pPr>
            <a:r>
              <a:t>3. KPI 12-3: OEE 83% | 中文说明 | Mô tả tiếng Việt</a:t>
            </a:r>
          </a:p>
          <a:p>
            <a:pPr>
              <a:defRPr sz="1500"/>
            </a:pPr>
            <a:r>
              <a:t>4. KPI 12-4: OEE 84% | 中文说明 | Mô tả tiếng Việt</a:t>
            </a:r>
          </a:p>
          <a:p>
            <a:pPr>
              <a:defRPr sz="1500"/>
            </a:pPr>
            <a:r>
              <a:t>5. KPI 12-5: OEE 85% | 中文说明 | Mô tả tiếng Việt</a:t>
            </a:r>
          </a:p>
          <a:p>
            <a:pPr>
              <a:defRPr sz="1500"/>
            </a:pPr>
            <a:r>
              <a:t>6. KPI 12-6: OEE 86% | 中文说明 | Mô tả tiếng Việt</a:t>
            </a:r>
          </a:p>
          <a:p>
            <a:pPr>
              <a:defRPr sz="1500"/>
            </a:pPr>
            <a:r>
              <a:t>7. KPI 12-7: OEE 87% | 中文说明 | Mô tả tiếng Việt</a:t>
            </a:r>
          </a:p>
          <a:p>
            <a:pPr>
              <a:defRPr sz="1500"/>
            </a:pPr>
            <a:r>
              <a:t>8. KPI 12-8: OEE 88%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13-1: OEE 82% | 中文说明 | Mô tả tiếng Việt</a:t>
            </a:r>
          </a:p>
          <a:p>
            <a:pPr>
              <a:defRPr sz="1500"/>
            </a:pPr>
            <a:r>
              <a:t>2. KPI 13-2: OEE 83% | 中文说明 | Mô tả tiếng Việt</a:t>
            </a:r>
          </a:p>
          <a:p>
            <a:pPr>
              <a:defRPr sz="1500"/>
            </a:pPr>
            <a:r>
              <a:t>3. KPI 13-3: OEE 84% | 中文说明 | Mô tả tiếng Việt</a:t>
            </a:r>
          </a:p>
          <a:p>
            <a:pPr>
              <a:defRPr sz="1500"/>
            </a:pPr>
            <a:r>
              <a:t>4. KPI 13-4: OEE 85% | 中文说明 | Mô tả tiếng Việt</a:t>
            </a:r>
          </a:p>
          <a:p>
            <a:pPr>
              <a:defRPr sz="1500"/>
            </a:pPr>
            <a:r>
              <a:t>5. KPI 13-5: OEE 86% | 中文说明 | Mô tả tiếng Việt</a:t>
            </a:r>
          </a:p>
          <a:p>
            <a:pPr>
              <a:defRPr sz="1500"/>
            </a:pPr>
            <a:r>
              <a:t>6. KPI 13-6: OEE 87% | 中文说明 | Mô tả tiếng Việt</a:t>
            </a:r>
          </a:p>
          <a:p>
            <a:pPr>
              <a:defRPr sz="1500"/>
            </a:pPr>
            <a:r>
              <a:t>7. KPI 13-7: OEE 88% | 中文说明 | Mô tả tiếng Việt</a:t>
            </a:r>
          </a:p>
          <a:p>
            <a:pPr>
              <a:defRPr sz="1500"/>
            </a:pPr>
            <a:r>
              <a:t>8. KPI 13-8: OEE 89%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14-1: OEE 83% | 中文说明 | Mô tả tiếng Việt</a:t>
            </a:r>
          </a:p>
          <a:p>
            <a:pPr>
              <a:defRPr sz="1500"/>
            </a:pPr>
            <a:r>
              <a:t>2. KPI 14-2: OEE 84% | 中文说明 | Mô tả tiếng Việt</a:t>
            </a:r>
          </a:p>
          <a:p>
            <a:pPr>
              <a:defRPr sz="1500"/>
            </a:pPr>
            <a:r>
              <a:t>3. KPI 14-3: OEE 85% | 中文说明 | Mô tả tiếng Việt</a:t>
            </a:r>
          </a:p>
          <a:p>
            <a:pPr>
              <a:defRPr sz="1500"/>
            </a:pPr>
            <a:r>
              <a:t>4. KPI 14-4: OEE 86% | 中文说明 | Mô tả tiếng Việt</a:t>
            </a:r>
          </a:p>
          <a:p>
            <a:pPr>
              <a:defRPr sz="1500"/>
            </a:pPr>
            <a:r>
              <a:t>5. KPI 14-5: OEE 87% | 中文说明 | Mô tả tiếng Việt</a:t>
            </a:r>
          </a:p>
          <a:p>
            <a:pPr>
              <a:defRPr sz="1500"/>
            </a:pPr>
            <a:r>
              <a:t>6. KPI 14-6: OEE 88% | 中文说明 | Mô tả tiếng Việt</a:t>
            </a:r>
          </a:p>
          <a:p>
            <a:pPr>
              <a:defRPr sz="1500"/>
            </a:pPr>
            <a:r>
              <a:t>7. KPI 14-7: OEE 89% | 中文说明 | Mô tả tiếng Việt</a:t>
            </a:r>
          </a:p>
          <a:p>
            <a:pPr>
              <a:defRPr sz="1500"/>
            </a:pPr>
            <a:r>
              <a:t>8. KPI 14-8: OEE 90%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15-1: OEE 84% | 中文说明 | Mô tả tiếng Việt</a:t>
            </a:r>
          </a:p>
          <a:p>
            <a:pPr>
              <a:defRPr sz="1500"/>
            </a:pPr>
            <a:r>
              <a:t>2. KPI 15-2: OEE 85% | 中文说明 | Mô tả tiếng Việt</a:t>
            </a:r>
          </a:p>
          <a:p>
            <a:pPr>
              <a:defRPr sz="1500"/>
            </a:pPr>
            <a:r>
              <a:t>3. KPI 15-3: OEE 86% | 中文说明 | Mô tả tiếng Việt</a:t>
            </a:r>
          </a:p>
          <a:p>
            <a:pPr>
              <a:defRPr sz="1500"/>
            </a:pPr>
            <a:r>
              <a:t>4. KPI 15-4: OEE 87% | 中文说明 | Mô tả tiếng Việt</a:t>
            </a:r>
          </a:p>
          <a:p>
            <a:pPr>
              <a:defRPr sz="1500"/>
            </a:pPr>
            <a:r>
              <a:t>5. KPI 15-5: OEE 88% | 中文说明 | Mô tả tiếng Việt</a:t>
            </a:r>
          </a:p>
          <a:p>
            <a:pPr>
              <a:defRPr sz="1500"/>
            </a:pPr>
            <a:r>
              <a:t>6. KPI 15-6: OEE 89% | 中文说明 | Mô tả tiếng Việt</a:t>
            </a:r>
          </a:p>
          <a:p>
            <a:pPr>
              <a:defRPr sz="1500"/>
            </a:pPr>
            <a:r>
              <a:t>7. KPI 15-7: OEE 90% | 中文说明 | Mô tả tiếng Việt</a:t>
            </a:r>
          </a:p>
          <a:p>
            <a:pPr>
              <a:defRPr sz="1500"/>
            </a:pPr>
            <a:r>
              <a:t>8. KPI 15-8: OEE 91%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16-1: OEE 85% | 中文说明 | Mô tả tiếng Việt</a:t>
            </a:r>
          </a:p>
          <a:p>
            <a:pPr>
              <a:defRPr sz="1500"/>
            </a:pPr>
            <a:r>
              <a:t>2. KPI 16-2: OEE 86% | 中文说明 | Mô tả tiếng Việt</a:t>
            </a:r>
          </a:p>
          <a:p>
            <a:pPr>
              <a:defRPr sz="1500"/>
            </a:pPr>
            <a:r>
              <a:t>3. KPI 16-3: OEE 87% | 中文说明 | Mô tả tiếng Việt</a:t>
            </a:r>
          </a:p>
          <a:p>
            <a:pPr>
              <a:defRPr sz="1500"/>
            </a:pPr>
            <a:r>
              <a:t>4. KPI 16-4: OEE 88% | 中文说明 | Mô tả tiếng Việt</a:t>
            </a:r>
          </a:p>
          <a:p>
            <a:pPr>
              <a:defRPr sz="1500"/>
            </a:pPr>
            <a:r>
              <a:t>5. KPI 16-5: OEE 89% | 中文说明 | Mô tả tiếng Việt</a:t>
            </a:r>
          </a:p>
          <a:p>
            <a:pPr>
              <a:defRPr sz="1500"/>
            </a:pPr>
            <a:r>
              <a:t>6. KPI 16-6: OEE 90% | 中文说明 | Mô tả tiếng Việt</a:t>
            </a:r>
          </a:p>
          <a:p>
            <a:pPr>
              <a:defRPr sz="1500"/>
            </a:pPr>
            <a:r>
              <a:t>7. KPI 16-7: OEE 91% | 中文说明 | Mô tả tiếng Việt</a:t>
            </a:r>
          </a:p>
          <a:p>
            <a:pPr>
              <a:defRPr sz="1500"/>
            </a:pPr>
            <a:r>
              <a:t>8. KPI 16-8: OEE 92%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17-1: OEE 86% | 中文说明 | Mô tả tiếng Việt</a:t>
            </a:r>
          </a:p>
          <a:p>
            <a:pPr>
              <a:defRPr sz="1500"/>
            </a:pPr>
            <a:r>
              <a:t>2. KPI 17-2: OEE 87% | 中文说明 | Mô tả tiếng Việt</a:t>
            </a:r>
          </a:p>
          <a:p>
            <a:pPr>
              <a:defRPr sz="1500"/>
            </a:pPr>
            <a:r>
              <a:t>3. KPI 17-3: OEE 88% | 中文说明 | Mô tả tiếng Việt</a:t>
            </a:r>
          </a:p>
          <a:p>
            <a:pPr>
              <a:defRPr sz="1500"/>
            </a:pPr>
            <a:r>
              <a:t>4. KPI 17-4: OEE 89% | 中文说明 | Mô tả tiếng Việt</a:t>
            </a:r>
          </a:p>
          <a:p>
            <a:pPr>
              <a:defRPr sz="1500"/>
            </a:pPr>
            <a:r>
              <a:t>5. KPI 17-5: OEE 90% | 中文说明 | Mô tả tiếng Việt</a:t>
            </a:r>
          </a:p>
          <a:p>
            <a:pPr>
              <a:defRPr sz="1500"/>
            </a:pPr>
            <a:r>
              <a:t>6. KPI 17-6: OEE 91% | 中文说明 | Mô tả tiếng Việt</a:t>
            </a:r>
          </a:p>
          <a:p>
            <a:pPr>
              <a:defRPr sz="1500"/>
            </a:pPr>
            <a:r>
              <a:t>7. KPI 17-7: OEE 92% | 中文说明 | Mô tả tiếng Việt</a:t>
            </a:r>
          </a:p>
          <a:p>
            <a:pPr>
              <a:defRPr sz="1500"/>
            </a:pPr>
            <a:r>
              <a:t>8. KPI 17-8: OEE 93%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18-1: OEE 87% | 中文说明 | Mô tả tiếng Việt</a:t>
            </a:r>
          </a:p>
          <a:p>
            <a:pPr>
              <a:defRPr sz="1500"/>
            </a:pPr>
            <a:r>
              <a:t>2. KPI 18-2: OEE 88% | 中文说明 | Mô tả tiếng Việt</a:t>
            </a:r>
          </a:p>
          <a:p>
            <a:pPr>
              <a:defRPr sz="1500"/>
            </a:pPr>
            <a:r>
              <a:t>3. KPI 18-3: OEE 89% | 中文说明 | Mô tả tiếng Việt</a:t>
            </a:r>
          </a:p>
          <a:p>
            <a:pPr>
              <a:defRPr sz="1500"/>
            </a:pPr>
            <a:r>
              <a:t>4. KPI 18-4: OEE 90% | 中文说明 | Mô tả tiếng Việt</a:t>
            </a:r>
          </a:p>
          <a:p>
            <a:pPr>
              <a:defRPr sz="1500"/>
            </a:pPr>
            <a:r>
              <a:t>5. KPI 18-5: OEE 91% | 中文说明 | Mô tả tiếng Việt</a:t>
            </a:r>
          </a:p>
          <a:p>
            <a:pPr>
              <a:defRPr sz="1500"/>
            </a:pPr>
            <a:r>
              <a:t>6. KPI 18-6: OEE 92% | 中文说明 | Mô tả tiếng Việt</a:t>
            </a:r>
          </a:p>
          <a:p>
            <a:pPr>
              <a:defRPr sz="1500"/>
            </a:pPr>
            <a:r>
              <a:t>7. KPI 18-7: OEE 93% | 中文说明 | Mô tả tiếng Việt</a:t>
            </a:r>
          </a:p>
          <a:p>
            <a:pPr>
              <a:defRPr sz="1500"/>
            </a:pPr>
            <a:r>
              <a:t>8. KPI 18-8: OEE 94%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19-1: OEE 88% | 中文说明 | Mô tả tiếng Việt</a:t>
            </a:r>
          </a:p>
          <a:p>
            <a:pPr>
              <a:defRPr sz="1500"/>
            </a:pPr>
            <a:r>
              <a:t>2. KPI 19-2: OEE 89% | 中文说明 | Mô tả tiếng Việt</a:t>
            </a:r>
          </a:p>
          <a:p>
            <a:pPr>
              <a:defRPr sz="1500"/>
            </a:pPr>
            <a:r>
              <a:t>3. KPI 19-3: OEE 90% | 中文说明 | Mô tả tiếng Việt</a:t>
            </a:r>
          </a:p>
          <a:p>
            <a:pPr>
              <a:defRPr sz="1500"/>
            </a:pPr>
            <a:r>
              <a:t>4. KPI 19-4: OEE 91% | 中文说明 | Mô tả tiếng Việt</a:t>
            </a:r>
          </a:p>
          <a:p>
            <a:pPr>
              <a:defRPr sz="1500"/>
            </a:pPr>
            <a:r>
              <a:t>5. KPI 19-5: OEE 92% | 中文说明 | Mô tả tiếng Việt</a:t>
            </a:r>
          </a:p>
          <a:p>
            <a:pPr>
              <a:defRPr sz="1500"/>
            </a:pPr>
            <a:r>
              <a:t>6. KPI 19-6: OEE 93% | 中文说明 | Mô tả tiếng Việt</a:t>
            </a:r>
          </a:p>
          <a:p>
            <a:pPr>
              <a:defRPr sz="1500"/>
            </a:pPr>
            <a:r>
              <a:t>7. KPI 19-7: OEE 94% | 中文说明 | Mô tả tiếng Việt</a:t>
            </a:r>
          </a:p>
          <a:p>
            <a:pPr>
              <a:defRPr sz="1500"/>
            </a:pPr>
            <a:r>
              <a:t>8. KPI 19-8: OEE 95%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20-1: OEE 89% | 中文说明 | Mô tả tiếng Việt</a:t>
            </a:r>
          </a:p>
          <a:p>
            <a:pPr>
              <a:defRPr sz="1500"/>
            </a:pPr>
            <a:r>
              <a:t>2. KPI 20-2: OEE 90% | 中文说明 | Mô tả tiếng Việt</a:t>
            </a:r>
          </a:p>
          <a:p>
            <a:pPr>
              <a:defRPr sz="1500"/>
            </a:pPr>
            <a:r>
              <a:t>3. KPI 20-3: OEE 91% | 中文说明 | Mô tả tiếng Việt</a:t>
            </a:r>
          </a:p>
          <a:p>
            <a:pPr>
              <a:defRPr sz="1500"/>
            </a:pPr>
            <a:r>
              <a:t>4. KPI 20-4: OEE 92% | 中文说明 | Mô tả tiếng Việt</a:t>
            </a:r>
          </a:p>
          <a:p>
            <a:pPr>
              <a:defRPr sz="1500"/>
            </a:pPr>
            <a:r>
              <a:t>5. KPI 20-5: OEE 93% | 中文说明 | Mô tả tiếng Việt</a:t>
            </a:r>
          </a:p>
          <a:p>
            <a:pPr>
              <a:defRPr sz="1500"/>
            </a:pPr>
            <a:r>
              <a:t>6. KPI 20-6: OEE 94% | 中文说明 | Mô tả tiếng Việt</a:t>
            </a:r>
          </a:p>
          <a:p>
            <a:pPr>
              <a:defRPr sz="1500"/>
            </a:pPr>
            <a:r>
              <a:t>7. KPI 20-7: OEE 95% | 中文说明 | Mô tả tiếng Việt</a:t>
            </a:r>
          </a:p>
          <a:p>
            <a:pPr>
              <a:defRPr sz="1500"/>
            </a:pPr>
            <a:r>
              <a:t>8. KPI 20-8: OEE 96%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21-1: OEE 90% | 中文说明 | Mô tả tiếng Việt</a:t>
            </a:r>
          </a:p>
          <a:p>
            <a:pPr>
              <a:defRPr sz="1500"/>
            </a:pPr>
            <a:r>
              <a:t>2. KPI 21-2: OEE 91% | 中文说明 | Mô tả tiếng Việt</a:t>
            </a:r>
          </a:p>
          <a:p>
            <a:pPr>
              <a:defRPr sz="1500"/>
            </a:pPr>
            <a:r>
              <a:t>3. KPI 21-3: OEE 92% | 中文说明 | Mô tả tiếng Việt</a:t>
            </a:r>
          </a:p>
          <a:p>
            <a:pPr>
              <a:defRPr sz="1500"/>
            </a:pPr>
            <a:r>
              <a:t>4. KPI 21-4: OEE 93% | 中文说明 | Mô tả tiếng Việt</a:t>
            </a:r>
          </a:p>
          <a:p>
            <a:pPr>
              <a:defRPr sz="1500"/>
            </a:pPr>
            <a:r>
              <a:t>5. KPI 21-5: OEE 94% | 中文说明 | Mô tả tiếng Việt</a:t>
            </a:r>
          </a:p>
          <a:p>
            <a:pPr>
              <a:defRPr sz="1500"/>
            </a:pPr>
            <a:r>
              <a:t>6. KPI 21-6: OEE 95% | 中文说明 | Mô tả tiếng Việt</a:t>
            </a:r>
          </a:p>
          <a:p>
            <a:pPr>
              <a:defRPr sz="1500"/>
            </a:pPr>
            <a:r>
              <a:t>7. KPI 21-7: OEE 96% | 中文说明 | Mô tả tiếng Việt</a:t>
            </a:r>
          </a:p>
          <a:p>
            <a:pPr>
              <a:defRPr sz="1500"/>
            </a:pPr>
            <a:r>
              <a:t>8. KPI 21-8: OEE 97%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22-1: OEE 91% | 中文说明 | Mô tả tiếng Việt</a:t>
            </a:r>
          </a:p>
          <a:p>
            <a:pPr>
              <a:defRPr sz="1500"/>
            </a:pPr>
            <a:r>
              <a:t>2. KPI 22-2: OEE 92% | 中文说明 | Mô tả tiếng Việt</a:t>
            </a:r>
          </a:p>
          <a:p>
            <a:pPr>
              <a:defRPr sz="1500"/>
            </a:pPr>
            <a:r>
              <a:t>3. KPI 22-3: OEE 93% | 中文说明 | Mô tả tiếng Việt</a:t>
            </a:r>
          </a:p>
          <a:p>
            <a:pPr>
              <a:defRPr sz="1500"/>
            </a:pPr>
            <a:r>
              <a:t>4. KPI 22-4: OEE 94% | 中文说明 | Mô tả tiếng Việt</a:t>
            </a:r>
          </a:p>
          <a:p>
            <a:pPr>
              <a:defRPr sz="1500"/>
            </a:pPr>
            <a:r>
              <a:t>5. KPI 22-5: OEE 95% | 中文说明 | Mô tả tiếng Việt</a:t>
            </a:r>
          </a:p>
          <a:p>
            <a:pPr>
              <a:defRPr sz="1500"/>
            </a:pPr>
            <a:r>
              <a:t>6. KPI 22-6: OEE 96% | 中文说明 | Mô tả tiếng Việt</a:t>
            </a:r>
          </a:p>
          <a:p>
            <a:pPr>
              <a:defRPr sz="1500"/>
            </a:pPr>
            <a:r>
              <a:t>7. KPI 22-7: OEE 97% | 中文说明 | Mô tả tiếng Việt</a:t>
            </a:r>
          </a:p>
          <a:p>
            <a:pPr>
              <a:defRPr sz="1500"/>
            </a:pPr>
            <a:r>
              <a:t>8. KPI 22-8: OEE 98%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23-1: OEE 92% | 中文说明 | Mô tả tiếng Việt</a:t>
            </a:r>
          </a:p>
          <a:p>
            <a:pPr>
              <a:defRPr sz="1500"/>
            </a:pPr>
            <a:r>
              <a:t>2. KPI 23-2: OEE 93% | 中文说明 | Mô tả tiếng Việt</a:t>
            </a:r>
          </a:p>
          <a:p>
            <a:pPr>
              <a:defRPr sz="1500"/>
            </a:pPr>
            <a:r>
              <a:t>3. KPI 23-3: OEE 94% | 中文说明 | Mô tả tiếng Việt</a:t>
            </a:r>
          </a:p>
          <a:p>
            <a:pPr>
              <a:defRPr sz="1500"/>
            </a:pPr>
            <a:r>
              <a:t>4. KPI 23-4: OEE 95% | 中文说明 | Mô tả tiếng Việt</a:t>
            </a:r>
          </a:p>
          <a:p>
            <a:pPr>
              <a:defRPr sz="1500"/>
            </a:pPr>
            <a:r>
              <a:t>5. KPI 23-5: OEE 96% | 中文说明 | Mô tả tiếng Việt</a:t>
            </a:r>
          </a:p>
          <a:p>
            <a:pPr>
              <a:defRPr sz="1500"/>
            </a:pPr>
            <a:r>
              <a:t>6. KPI 23-6: OEE 97% | 中文说明 | Mô tả tiếng Việt</a:t>
            </a:r>
          </a:p>
          <a:p>
            <a:pPr>
              <a:defRPr sz="1500"/>
            </a:pPr>
            <a:r>
              <a:t>7. KPI 23-7: OEE 98% | 中文说明 | Mô tả tiếng Việt</a:t>
            </a:r>
          </a:p>
          <a:p>
            <a:pPr>
              <a:defRPr sz="1500"/>
            </a:pPr>
            <a:r>
              <a:t>8. KPI 23-8: OEE 70%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24-1: OEE 93% | 中文说明 | Mô tả tiếng Việt</a:t>
            </a:r>
          </a:p>
          <a:p>
            <a:pPr>
              <a:defRPr sz="1500"/>
            </a:pPr>
            <a:r>
              <a:t>2. KPI 24-2: OEE 94% | 中文说明 | Mô tả tiếng Việt</a:t>
            </a:r>
          </a:p>
          <a:p>
            <a:pPr>
              <a:defRPr sz="1500"/>
            </a:pPr>
            <a:r>
              <a:t>3. KPI 24-3: OEE 95% | 中文说明 | Mô tả tiếng Việt</a:t>
            </a:r>
          </a:p>
          <a:p>
            <a:pPr>
              <a:defRPr sz="1500"/>
            </a:pPr>
            <a:r>
              <a:t>4. KPI 24-4: OEE 96% | 中文说明 | Mô tả tiếng Việt</a:t>
            </a:r>
          </a:p>
          <a:p>
            <a:pPr>
              <a:defRPr sz="1500"/>
            </a:pPr>
            <a:r>
              <a:t>5. KPI 24-5: OEE 97% | 中文说明 | Mô tả tiếng Việt</a:t>
            </a:r>
          </a:p>
          <a:p>
            <a:pPr>
              <a:defRPr sz="1500"/>
            </a:pPr>
            <a:r>
              <a:t>6. KPI 24-6: OEE 98% | 中文说明 | Mô tả tiếng Việt</a:t>
            </a:r>
          </a:p>
          <a:p>
            <a:pPr>
              <a:defRPr sz="1500"/>
            </a:pPr>
            <a:r>
              <a:t>7. KPI 24-7: OEE 70% | 中文说明 | Mô tả tiếng Việt</a:t>
            </a:r>
          </a:p>
          <a:p>
            <a:pPr>
              <a:defRPr sz="1500"/>
            </a:pPr>
            <a:r>
              <a:t>8. KPI 24-8: OEE 71%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25-1: OEE 94% | 中文说明 | Mô tả tiếng Việt</a:t>
            </a:r>
          </a:p>
          <a:p>
            <a:pPr>
              <a:defRPr sz="1500"/>
            </a:pPr>
            <a:r>
              <a:t>2. KPI 25-2: OEE 95% | 中文说明 | Mô tả tiếng Việt</a:t>
            </a:r>
          </a:p>
          <a:p>
            <a:pPr>
              <a:defRPr sz="1500"/>
            </a:pPr>
            <a:r>
              <a:t>3. KPI 25-3: OEE 96% | 中文说明 | Mô tả tiếng Việt</a:t>
            </a:r>
          </a:p>
          <a:p>
            <a:pPr>
              <a:defRPr sz="1500"/>
            </a:pPr>
            <a:r>
              <a:t>4. KPI 25-4: OEE 97% | 中文说明 | Mô tả tiếng Việt</a:t>
            </a:r>
          </a:p>
          <a:p>
            <a:pPr>
              <a:defRPr sz="1500"/>
            </a:pPr>
            <a:r>
              <a:t>5. KPI 25-5: OEE 98% | 中文说明 | Mô tả tiếng Việt</a:t>
            </a:r>
          </a:p>
          <a:p>
            <a:pPr>
              <a:defRPr sz="1500"/>
            </a:pPr>
            <a:r>
              <a:t>6. KPI 25-6: OEE 70% | 中文说明 | Mô tả tiếng Việt</a:t>
            </a:r>
          </a:p>
          <a:p>
            <a:pPr>
              <a:defRPr sz="1500"/>
            </a:pPr>
            <a:r>
              <a:t>7. KPI 25-7: OEE 71% | 中文说明 | Mô tả tiếng Việt</a:t>
            </a:r>
          </a:p>
          <a:p>
            <a:pPr>
              <a:defRPr sz="1500"/>
            </a:pPr>
            <a:r>
              <a:t>8. KPI 25-8: OEE 72%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26-1: OEE 95% | 中文说明 | Mô tả tiếng Việt</a:t>
            </a:r>
          </a:p>
          <a:p>
            <a:pPr>
              <a:defRPr sz="1500"/>
            </a:pPr>
            <a:r>
              <a:t>2. KPI 26-2: OEE 96% | 中文说明 | Mô tả tiếng Việt</a:t>
            </a:r>
          </a:p>
          <a:p>
            <a:pPr>
              <a:defRPr sz="1500"/>
            </a:pPr>
            <a:r>
              <a:t>3. KPI 26-3: OEE 97% | 中文说明 | Mô tả tiếng Việt</a:t>
            </a:r>
          </a:p>
          <a:p>
            <a:pPr>
              <a:defRPr sz="1500"/>
            </a:pPr>
            <a:r>
              <a:t>4. KPI 26-4: OEE 98% | 中文说明 | Mô tả tiếng Việt</a:t>
            </a:r>
          </a:p>
          <a:p>
            <a:pPr>
              <a:defRPr sz="1500"/>
            </a:pPr>
            <a:r>
              <a:t>5. KPI 26-5: OEE 70% | 中文说明 | Mô tả tiếng Việt</a:t>
            </a:r>
          </a:p>
          <a:p>
            <a:pPr>
              <a:defRPr sz="1500"/>
            </a:pPr>
            <a:r>
              <a:t>6. KPI 26-6: OEE 71% | 中文说明 | Mô tả tiếng Việt</a:t>
            </a:r>
          </a:p>
          <a:p>
            <a:pPr>
              <a:defRPr sz="1500"/>
            </a:pPr>
            <a:r>
              <a:t>7. KPI 26-7: OEE 72% | 中文说明 | Mô tả tiếng Việt</a:t>
            </a:r>
          </a:p>
          <a:p>
            <a:pPr>
              <a:defRPr sz="1500"/>
            </a:pPr>
            <a:r>
              <a:t>8. KPI 26-8: OEE 73%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27-1: OEE 96% | 中文说明 | Mô tả tiếng Việt</a:t>
            </a:r>
          </a:p>
          <a:p>
            <a:pPr>
              <a:defRPr sz="1500"/>
            </a:pPr>
            <a:r>
              <a:t>2. KPI 27-2: OEE 97% | 中文说明 | Mô tả tiếng Việt</a:t>
            </a:r>
          </a:p>
          <a:p>
            <a:pPr>
              <a:defRPr sz="1500"/>
            </a:pPr>
            <a:r>
              <a:t>3. KPI 27-3: OEE 98% | 中文说明 | Mô tả tiếng Việt</a:t>
            </a:r>
          </a:p>
          <a:p>
            <a:pPr>
              <a:defRPr sz="1500"/>
            </a:pPr>
            <a:r>
              <a:t>4. KPI 27-4: OEE 70% | 中文说明 | Mô tả tiếng Việt</a:t>
            </a:r>
          </a:p>
          <a:p>
            <a:pPr>
              <a:defRPr sz="1500"/>
            </a:pPr>
            <a:r>
              <a:t>5. KPI 27-5: OEE 71% | 中文说明 | Mô tả tiếng Việt</a:t>
            </a:r>
          </a:p>
          <a:p>
            <a:pPr>
              <a:defRPr sz="1500"/>
            </a:pPr>
            <a:r>
              <a:t>6. KPI 27-6: OEE 72% | 中文说明 | Mô tả tiếng Việt</a:t>
            </a:r>
          </a:p>
          <a:p>
            <a:pPr>
              <a:defRPr sz="1500"/>
            </a:pPr>
            <a:r>
              <a:t>7. KPI 27-7: OEE 73% | 中文说明 | Mô tả tiếng Việt</a:t>
            </a:r>
          </a:p>
          <a:p>
            <a:pPr>
              <a:defRPr sz="1500"/>
            </a:pPr>
            <a:r>
              <a:t>8. KPI 27-8: OEE 74%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28-1: OEE 97% | 中文说明 | Mô tả tiếng Việt</a:t>
            </a:r>
          </a:p>
          <a:p>
            <a:pPr>
              <a:defRPr sz="1500"/>
            </a:pPr>
            <a:r>
              <a:t>2. KPI 28-2: OEE 98% | 中文说明 | Mô tả tiếng Việt</a:t>
            </a:r>
          </a:p>
          <a:p>
            <a:pPr>
              <a:defRPr sz="1500"/>
            </a:pPr>
            <a:r>
              <a:t>3. KPI 28-3: OEE 70% | 中文说明 | Mô tả tiếng Việt</a:t>
            </a:r>
          </a:p>
          <a:p>
            <a:pPr>
              <a:defRPr sz="1500"/>
            </a:pPr>
            <a:r>
              <a:t>4. KPI 28-4: OEE 71% | 中文说明 | Mô tả tiếng Việt</a:t>
            </a:r>
          </a:p>
          <a:p>
            <a:pPr>
              <a:defRPr sz="1500"/>
            </a:pPr>
            <a:r>
              <a:t>5. KPI 28-5: OEE 72% | 中文说明 | Mô tả tiếng Việt</a:t>
            </a:r>
          </a:p>
          <a:p>
            <a:pPr>
              <a:defRPr sz="1500"/>
            </a:pPr>
            <a:r>
              <a:t>6. KPI 28-6: OEE 73% | 中文说明 | Mô tả tiếng Việt</a:t>
            </a:r>
          </a:p>
          <a:p>
            <a:pPr>
              <a:defRPr sz="1500"/>
            </a:pPr>
            <a:r>
              <a:t>7. KPI 28-7: OEE 74% | 中文说明 | Mô tả tiếng Việt</a:t>
            </a:r>
          </a:p>
          <a:p>
            <a:pPr>
              <a:defRPr sz="1500"/>
            </a:pPr>
            <a:r>
              <a:t>8. KPI 28-8: OEE 75%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29-1: OEE 98% | 中文说明 | Mô tả tiếng Việt</a:t>
            </a:r>
          </a:p>
          <a:p>
            <a:pPr>
              <a:defRPr sz="1500"/>
            </a:pPr>
            <a:r>
              <a:t>2. KPI 29-2: OEE 70% | 中文说明 | Mô tả tiếng Việt</a:t>
            </a:r>
          </a:p>
          <a:p>
            <a:pPr>
              <a:defRPr sz="1500"/>
            </a:pPr>
            <a:r>
              <a:t>3. KPI 29-3: OEE 71% | 中文说明 | Mô tả tiếng Việt</a:t>
            </a:r>
          </a:p>
          <a:p>
            <a:pPr>
              <a:defRPr sz="1500"/>
            </a:pPr>
            <a:r>
              <a:t>4. KPI 29-4: OEE 72% | 中文说明 | Mô tả tiếng Việt</a:t>
            </a:r>
          </a:p>
          <a:p>
            <a:pPr>
              <a:defRPr sz="1500"/>
            </a:pPr>
            <a:r>
              <a:t>5. KPI 29-5: OEE 73% | 中文说明 | Mô tả tiếng Việt</a:t>
            </a:r>
          </a:p>
          <a:p>
            <a:pPr>
              <a:defRPr sz="1500"/>
            </a:pPr>
            <a:r>
              <a:t>6. KPI 29-6: OEE 74% | 中文说明 | Mô tả tiếng Việt</a:t>
            </a:r>
          </a:p>
          <a:p>
            <a:pPr>
              <a:defRPr sz="1500"/>
            </a:pPr>
            <a:r>
              <a:t>7. KPI 29-7: OEE 75% | 中文说明 | Mô tả tiếng Việt</a:t>
            </a:r>
          </a:p>
          <a:p>
            <a:pPr>
              <a:defRPr sz="1500"/>
            </a:pPr>
            <a:r>
              <a:t>8. KPI 29-8: OEE 76%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30-1: OEE 70% | 中文说明 | Mô tả tiếng Việt</a:t>
            </a:r>
          </a:p>
          <a:p>
            <a:pPr>
              <a:defRPr sz="1500"/>
            </a:pPr>
            <a:r>
              <a:t>2. KPI 30-2: OEE 71% | 中文说明 | Mô tả tiếng Việt</a:t>
            </a:r>
          </a:p>
          <a:p>
            <a:pPr>
              <a:defRPr sz="1500"/>
            </a:pPr>
            <a:r>
              <a:t>3. KPI 30-3: OEE 72% | 中文说明 | Mô tả tiếng Việt</a:t>
            </a:r>
          </a:p>
          <a:p>
            <a:pPr>
              <a:defRPr sz="1500"/>
            </a:pPr>
            <a:r>
              <a:t>4. KPI 30-4: OEE 73% | 中文说明 | Mô tả tiếng Việt</a:t>
            </a:r>
          </a:p>
          <a:p>
            <a:pPr>
              <a:defRPr sz="1500"/>
            </a:pPr>
            <a:r>
              <a:t>5. KPI 30-5: OEE 74% | 中文说明 | Mô tả tiếng Việt</a:t>
            </a:r>
          </a:p>
          <a:p>
            <a:pPr>
              <a:defRPr sz="1500"/>
            </a:pPr>
            <a:r>
              <a:t>6. KPI 30-6: OEE 75% | 中文说明 | Mô tả tiếng Việt</a:t>
            </a:r>
          </a:p>
          <a:p>
            <a:pPr>
              <a:defRPr sz="1500"/>
            </a:pPr>
            <a:r>
              <a:t>7. KPI 30-7: OEE 76% | 中文说明 | Mô tả tiếng Việt</a:t>
            </a:r>
          </a:p>
          <a:p>
            <a:pPr>
              <a:defRPr sz="1500"/>
            </a:pPr>
            <a:r>
              <a:t>8. KPI 30-8: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